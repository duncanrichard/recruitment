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5ec27826742c1" /><Relationship Type="http://schemas.openxmlformats.org/officeDocument/2006/relationships/extended-properties" Target="/docProps/app.xml" Id="R359234a94471441e" /><Relationship Type="http://schemas.openxmlformats.org/officeDocument/2006/relationships/officeDocument" Target="/ppt/presentation.xml" Id="R4d5f36b6e7cb49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9e2366aaeb4d4b"/>
  </p:sldMasterIdLst>
  <p:notesMasterIdLst>
    <p:notesMasterId xmlns:r="http://schemas.openxmlformats.org/officeDocument/2006/relationships" r:id="Rd1f0fb00cdee4681"/>
  </p:notesMasterIdLst>
  <p:sldIdLst>
    <p:sldId xmlns:r="http://schemas.openxmlformats.org/officeDocument/2006/relationships" id="256" r:id="R4c62f15ef86748b4"/>
    <p:sldId xmlns:r="http://schemas.openxmlformats.org/officeDocument/2006/relationships" id="257" r:id="R944f8414769d4466"/>
    <p:sldId xmlns:r="http://schemas.openxmlformats.org/officeDocument/2006/relationships" id="258" r:id="Rcf15fc3e4ca246d8"/>
    <p:sldId xmlns:r="http://schemas.openxmlformats.org/officeDocument/2006/relationships" id="259" r:id="Rf6c71d440f5148da"/>
    <p:sldId xmlns:r="http://schemas.openxmlformats.org/officeDocument/2006/relationships" id="260" r:id="Rc21ddd96426c49b8"/>
    <p:sldId xmlns:r="http://schemas.openxmlformats.org/officeDocument/2006/relationships" id="261" r:id="Rf0ac9c6b7ef04449"/>
    <p:sldId xmlns:r="http://schemas.openxmlformats.org/officeDocument/2006/relationships" id="262" r:id="Ra1da374523a744dc"/>
    <p:sldId xmlns:r="http://schemas.openxmlformats.org/officeDocument/2006/relationships" id="263" r:id="R7a80865f778445aa"/>
    <p:sldId xmlns:r="http://schemas.openxmlformats.org/officeDocument/2006/relationships" id="264" r:id="R8e9572bf5c944d76"/>
    <p:sldId xmlns:r="http://schemas.openxmlformats.org/officeDocument/2006/relationships" id="265" r:id="R4f8716e3e7eb4053"/>
    <p:sldId xmlns:r="http://schemas.openxmlformats.org/officeDocument/2006/relationships" id="266" r:id="Rc330e04af59647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428fbf123d4055" /><Relationship Type="http://schemas.openxmlformats.org/officeDocument/2006/relationships/slideMaster" Target="/ppt/slideMasters/slideMaster1.xml" Id="Re79e2366aaeb4d4b" /><Relationship Type="http://schemas.openxmlformats.org/officeDocument/2006/relationships/notesMaster" Target="/ppt/notesMasters/notesMaster1.xml" Id="Rd1f0fb00cdee4681" /><Relationship Type="http://schemas.openxmlformats.org/officeDocument/2006/relationships/presProps" Target="/ppt/presProps.xml" Id="Rdf919a2c14154b5f" /><Relationship Type="http://schemas.openxmlformats.org/officeDocument/2006/relationships/tableStyles" Target="/ppt/tableStyles.xml" Id="R1b51ce00704d41f2" /><Relationship Type="http://schemas.openxmlformats.org/officeDocument/2006/relationships/slide" Target="/ppt/slides/slide1.xml" Id="R4c62f15ef86748b4" /><Relationship Type="http://schemas.openxmlformats.org/officeDocument/2006/relationships/slide" Target="/ppt/slides/slide2.xml" Id="R944f8414769d4466" /><Relationship Type="http://schemas.openxmlformats.org/officeDocument/2006/relationships/slide" Target="/ppt/slides/slide3.xml" Id="Rcf15fc3e4ca246d8" /><Relationship Type="http://schemas.openxmlformats.org/officeDocument/2006/relationships/slide" Target="/ppt/slides/slide4.xml" Id="Rf6c71d440f5148da" /><Relationship Type="http://schemas.openxmlformats.org/officeDocument/2006/relationships/slide" Target="/ppt/slides/slide5.xml" Id="Rc21ddd96426c49b8" /><Relationship Type="http://schemas.openxmlformats.org/officeDocument/2006/relationships/slide" Target="/ppt/slides/slide6.xml" Id="Rf0ac9c6b7ef04449" /><Relationship Type="http://schemas.openxmlformats.org/officeDocument/2006/relationships/slide" Target="/ppt/slides/slide7.xml" Id="Ra1da374523a744dc" /><Relationship Type="http://schemas.openxmlformats.org/officeDocument/2006/relationships/slide" Target="/ppt/slides/slide8.xml" Id="R7a80865f778445aa" /><Relationship Type="http://schemas.openxmlformats.org/officeDocument/2006/relationships/slide" Target="/ppt/slides/slide9.xml" Id="R8e9572bf5c944d76" /><Relationship Type="http://schemas.openxmlformats.org/officeDocument/2006/relationships/slide" Target="/ppt/slides/slide10.xml" Id="R4f8716e3e7eb4053" /><Relationship Type="http://schemas.openxmlformats.org/officeDocument/2006/relationships/slide" Target="/ppt/slides/slide11.xml" Id="Rc330e04af596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7d32de337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812592f2b4bc0" /><Relationship Type="http://schemas.openxmlformats.org/officeDocument/2006/relationships/notesMaster" Target="/ppt/notesMasters/notesMaster1.xml" Id="R5716fff98545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7b77fe52e4ca9" /><Relationship Type="http://schemas.openxmlformats.org/officeDocument/2006/relationships/notesMaster" Target="/ppt/notesMasters/notesMaster1.xml" Id="R2058667e8e65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b6d86430143a9" /><Relationship Type="http://schemas.openxmlformats.org/officeDocument/2006/relationships/notesMaster" Target="/ppt/notesMasters/notesMaster1.xml" Id="R4ea97c6fbebe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cb2f0fb4a4aa8" /><Relationship Type="http://schemas.openxmlformats.org/officeDocument/2006/relationships/notesMaster" Target="/ppt/notesMasters/notesMaster1.xml" Id="R9c0acb10ebb548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81ef80cd34bba" /><Relationship Type="http://schemas.openxmlformats.org/officeDocument/2006/relationships/notesMaster" Target="/ppt/notesMasters/notesMaster1.xml" Id="R323adf8fb2b4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b24766a1524371" /><Relationship Type="http://schemas.openxmlformats.org/officeDocument/2006/relationships/notesMaster" Target="/ppt/notesMasters/notesMaster1.xml" Id="R2582042370c0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f890c700eb4334" /><Relationship Type="http://schemas.openxmlformats.org/officeDocument/2006/relationships/notesMaster" Target="/ppt/notesMasters/notesMaster1.xml" Id="Rbd60dba5ec064e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1224315a5f4e13" /><Relationship Type="http://schemas.openxmlformats.org/officeDocument/2006/relationships/notesMaster" Target="/ppt/notesMasters/notesMaster1.xml" Id="R6889ff8f2bf940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d495df5cd84444" /><Relationship Type="http://schemas.openxmlformats.org/officeDocument/2006/relationships/notesMaster" Target="/ppt/notesMasters/notesMaster1.xml" Id="Rb87c8b4b876543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479dac52e146aa" /><Relationship Type="http://schemas.openxmlformats.org/officeDocument/2006/relationships/notesMaster" Target="/ppt/notesMasters/notesMaster1.xml" Id="Rd6c3b018fdf2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33ee55226d4c89" /><Relationship Type="http://schemas.openxmlformats.org/officeDocument/2006/relationships/notesMaster" Target="/ppt/notesMasters/notesMaster1.xml" Id="Rfc931bcce44443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f7a6bbe8748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2bf14f4b344ec3" /><Relationship Type="http://schemas.openxmlformats.org/officeDocument/2006/relationships/slideLayout" Target="/ppt/slideLayouts/slideLayout1.xml" Id="Rf90e4c88e42b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e4c88e42b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a71419584cd6" /><Relationship Type="http://schemas.openxmlformats.org/officeDocument/2006/relationships/notesSlide" Target="/ppt/notesSlides/notesSlide1.xml" Id="R664a9714f64741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01c7dce14ede" /><Relationship Type="http://schemas.openxmlformats.org/officeDocument/2006/relationships/notesSlide" Target="/ppt/notesSlides/notesSlide2.xml" Id="Rc10ee5ac103847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6f7a5e9194ee2" /><Relationship Type="http://schemas.openxmlformats.org/officeDocument/2006/relationships/notesSlide" Target="/ppt/notesSlides/notesSlide3.xml" Id="R5887e85ca774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3d58c100042f7" /><Relationship Type="http://schemas.openxmlformats.org/officeDocument/2006/relationships/notesSlide" Target="/ppt/notesSlides/notesSlide4.xml" Id="R624551dfce6d4e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91849f1044fc9" /><Relationship Type="http://schemas.openxmlformats.org/officeDocument/2006/relationships/notesSlide" Target="/ppt/notesSlides/notesSlide5.xml" Id="Rb26be2717d09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d8495525a4d7e" /><Relationship Type="http://schemas.openxmlformats.org/officeDocument/2006/relationships/notesSlide" Target="/ppt/notesSlides/notesSlide6.xml" Id="Rb82f7f07751c48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632a357b4d70" /><Relationship Type="http://schemas.openxmlformats.org/officeDocument/2006/relationships/notesSlide" Target="/ppt/notesSlides/notesSlide7.xml" Id="R0a476b07d71b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1f5d978a3415c" /><Relationship Type="http://schemas.openxmlformats.org/officeDocument/2006/relationships/notesSlide" Target="/ppt/notesSlides/notesSlide8.xml" Id="Rf0c21055379f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d52f83a064405" /><Relationship Type="http://schemas.openxmlformats.org/officeDocument/2006/relationships/notesSlide" Target="/ppt/notesSlides/notesSlide9.xml" Id="R8abb6015bf9d45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dd53639143ba" /><Relationship Type="http://schemas.openxmlformats.org/officeDocument/2006/relationships/notesSlide" Target="/ppt/notesSlides/notesSlide10.xml" Id="Rbb8e6e42c2e840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408753ef54e3e" /><Relationship Type="http://schemas.openxmlformats.org/officeDocument/2006/relationships/notesSlide" Target="/ppt/notesSlides/notesSlide11.xml" Id="Rf612b41c4e20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8A663-9CF2-404E-BDBD-905FD6F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8EDA-5856-491E-B030-6190A1C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B5FD"/>
                </a:solidFill>
              </a:defRPr>
            </a:pPr>
            <a:r>
              <a:rPr sz="1350" b="1">
                <a:solidFill>
                  <a:srgbClr val="C4B5FD"/>
                </a:solidFill>
              </a:rPr>
              <a:t>SISTEM REKRUTMEN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DEAE-DA6E-4FA2-BE01-6CB5F81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Rekrutmen yang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terkendali, terukur,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dan dapat dipercaya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4373-B368-4274-90C4-255DBF0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Platform terintegrasi untuk mengelola pelamar, tahapan seleksi, keputusan, audit, dan insight operasional.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9625-C97C-421A-8CD3-E2EB157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381250" cy="4572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12E81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C2C9-B726-4533-A1C3-40F434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A5B4FC"/>
                </a:solidFill>
              </a:defRPr>
            </a:pPr>
            <a:r>
              <a:rPr sz="3600" b="1">
                <a:solidFill>
                  <a:srgbClr val="A5B4F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4B940-E8A4-44DF-BF6A-56D1C7C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Satu data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pelamar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68AD-D630-4FF4-8DF6-BDBC873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19BE2-CE76-4B64-AB2D-63FC7E7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Satu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6247A-3E80-41DB-BC50-8617E8A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15EFC-1403-40E6-82FC-AE27232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Satu sumber keputusan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2208F-C712-42E0-BD5A-9DC5B0A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B4FC"/>
                </a:solidFill>
              </a:defRPr>
            </a:pPr>
            <a:r>
              <a:rPr sz="1050" b="1">
                <a:solidFill>
                  <a:srgbClr val="A5B4FC"/>
                </a:solidFill>
              </a:rPr>
              <a:t>Presentasi Sistem • 2026</a:t>
            </a:r>
          </a:p>
        </p:txBody>
      </p:sp>
    </p:spTree>
    <p:extLst>
      <p:ext uri="{BB962C8B-B14F-4D97-AF65-F5344CB8AC3E}">
        <p14:creationId xmlns:p14="http://schemas.microsoft.com/office/powerpoint/2010/main" val="208104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8CAC8-C82E-453F-9F35-5C97915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PERMINTAAN TIM REKRUTMEN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0C228-A7C1-48AC-88B8-EE1044B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Tim Rekrutmen membutuhkan proses yang lebih mudah dipantau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4D1A7-8DC2-43BE-9B6B-9CCDF308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0494-CC10-425D-9ADA-3B1FBCD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Monitoring pelamar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F2C3-697A-4AA1-AD5E-6661C70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Data pelamar harus dapat dipantau dari masuk hingga keputusan akhir dalam satu sistem.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1D442-1C54-4ABD-B20B-6E09F73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AAE52-1D56-477D-9BD7-98AE622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Blast WhatsApp ringkas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A2673-71AA-4BC0-856C-76CA997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Tim membutuhkan pengiriman undangan massal tanpa menghubungi kandidat satu per satu.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6A3F-C2A2-4EB9-BEE0-EF3B55F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6ED56-0F75-4E92-86A7-56244A9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Pengisian mandiri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54C5-6421-4CD2-9806-863282D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Kandidat perlu mengisi dan melengkapi data pribadinya sendiri melalui tautan yang aman.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9B40F-4DCC-4E40-8823-47D91F2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F5C80-58EC-4418-B614-8AD6B23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Tindak lanjut terlihat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D84E3-22EC-4576-AD8B-0E72466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Status pengisian, jadwal, hasil seleksi, dan pekerjaan tertunda harus mudah diketahui.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4AE27-FA2B-4CA0-80AE-0601631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Permintaan utamanya: pekerjaan administrasi lebih ringkas, sementara setiap kandidat tetap terlihat dan dapat ditindaklanjuti.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A8029-AEE8-4B2B-9AA2-98B7593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221FA-8118-4006-BDF6-C3843E2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3705B-228B-4E72-BE10-D5DE36DA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6156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3771E-93F8-457C-8198-403217F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TUJUAN SISTEM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54CC-58EF-4C07-AEA0-FEB330A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Menghubungkan komunikasi, data kandidat, dan keputusan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88C5B-A5A8-4256-B857-AFC9B5E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F8D1-A710-4B41-A2E8-FC223D2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11D48"/>
                </a:solidFill>
              </a:defRPr>
            </a:pPr>
            <a:r>
              <a:rPr sz="2100" b="1">
                <a:solidFill>
                  <a:srgbClr val="E11D48"/>
                </a:solidFill>
              </a:rPr>
              <a:t>Sebelum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999D-CADD-4F1A-8F22-C172237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9CA0-A73C-410E-ABD1-2313B0E9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Pesan kandidat dikirim satu per satu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1C21D-6465-4C91-B817-9B3A190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082AD-89AA-40CC-883B-8D0D9EF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Data kandidat dikumpulkan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8CF05-6FA0-4A2F-9B93-5B5BA23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02B9B-77D0-46DB-9F03-911DE935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Status kandidat sulit dipantau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8BDCA-DF38-4AC2-8619-238B5F0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38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7C3AED"/>
                </a:solidFill>
              </a:defRPr>
            </a:pPr>
            <a:r>
              <a:rPr sz="39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4B43-91D4-4632-A8A9-4F70681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1B5B9-5BEE-44A0-AF19-222C4799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F46E5"/>
                </a:solidFill>
              </a:defRPr>
            </a:pPr>
            <a:r>
              <a:rPr sz="2100" b="1">
                <a:solidFill>
                  <a:srgbClr val="4F46E5"/>
                </a:solidFill>
              </a:rPr>
              <a:t>Dengan sistem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FB8E0-1E9E-4EF0-ACB2-D118629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07FBC-81E3-4303-98F1-60F324B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67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Blast WhatsApp dari daftar kandidat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7DDE-E458-44B1-9394-3E066013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D5A14-67C7-4510-8D55-2AE070D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38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Kandidat mengisi data secara mandiri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D7D43-20FA-41EC-9A55-BB949DC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0B3E3-EB3D-44AE-8F4A-183756E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10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Progress dan tindak lanjut terpantau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6A49E-118D-4284-949A-30826B5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E03F5-D508-48BD-9DDE-24AAC9C9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DDD3C-6720-48E2-BFB5-B3B7F56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3692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A7DEB-FDCA-4569-82A1-9562197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CARA KERJA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DC484-CABA-44C4-9379-49718C3D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Komunikasi dan data kandidat masuk ke satu alur kerja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B836-B551-4310-9653-0357678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22D6C-5386-4F40-8C3A-D6AD6D8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9A0D-C0C3-4A12-A35D-466701B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18E6-0224-4208-94DC-B192ED8C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Siapkan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E8723-C9DA-48E0-AF90-3116E23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12D71-6B04-401E-B2FB-EAB684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2885C-3003-448F-BDCF-83022DB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E0964-613D-40E8-AA21-9576095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Pilih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7C9EA-20E0-4879-A733-4C376C66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C1221-9301-4F3B-81A5-9A2563AC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93764-F1C6-4760-BCA2-E6B21CB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8EA63-39B0-4C8A-84B5-46ABDC4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Blast 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C6416-985D-492A-B716-7E0E87CD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B73F-DF33-47EF-BB52-D7797F8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95C30-673D-4983-9D6F-5B51357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B491F-2586-4A72-B1EE-87B90B3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Isi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8715F-1353-486E-851B-C0A47A0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1C747-AA39-4233-8602-6CECB46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AB44D-B9E3-4EC1-8571-718AC9A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B0789-78F9-4CF8-B829-A38799C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Pantau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82831-AAE2-4110-BA8E-B55A438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AA83B-01B4-4FAB-9FE0-CEF5E36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C820E-D7D1-45E0-8B59-319586E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86E65-ED25-4EC5-891B-CE6CB22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Proses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seleksi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01F69-3BC3-43C6-A2A4-D3C96C3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8F9FC-E974-49E4-AFFB-43C32FD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42818-C369-4A61-B176-792F5F0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Keputusan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akhir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1FADA-9DCC-4240-A9F7-915BFD31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Pesan dikirim melalui antrean; kandidat mengisi data sendiri; Tim Rekrutmen memantau kelengkapan dan melanjutkan seleksi.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3877A-9778-491F-9CAE-D88B09F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F879E-2028-419B-8649-F431687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D4FB4-D4E4-49A5-99D1-EDAEE0F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993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45EBF-EFDE-4219-A947-4A4AF66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KAPABILITAS INTI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690D2-277A-4B05-A9F8-B4F8994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Sistem menerjemahkan kebutuhan Tim Rekrutmen menjadi alur kerja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C099-73D6-4EC4-8AC0-C79AC12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68EE-673F-4D82-B298-DAD3D0B5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Monitoring kandidat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7F17-4F3F-455D-B6AF-0C59844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Data, kelengkapan formulir, tahapan seleksi, dan status akhir terlihat dalam satu tempat.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230C-4D4C-4FFC-ADAB-E49DFDC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5780-1005-49CE-91F9-56A2CC9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Blast WhatsApp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29B4-D035-47F0-B1AB-4F77956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Kirim pesan massal kepada kandidat terpilih melalui queue agar layar tetap responsif.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DDD9-32EC-4D3C-89AC-F4A58D3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4003F-6F9D-4CDC-B2E0-B73763F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Portal kandidat mandiri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D6F6-590E-4617-9FBA-DBF72080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Token dan tautan aman memungkinkan kandidat mengisi data serta mengunggah dokumen sendiri.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345D4-417C-44D7-ABD2-9BEE863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43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1D21B-D3ED-4AFC-86A1-935DB1A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Seleksi terintegrasi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DAD84-16E4-4579-A33A-E0DA2BB2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Jadwal tes, kehadiran, interview, review management, dan offering tercatat berurutan.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40066-0FC1-4413-8DCF-F6CBB66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2A01B-0959-47CB-9409-FF24B4B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Audit &amp; kontrol akses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6AD67-655C-442D-8B3B-F58BCD9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14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Akses lintas perusahaan, export, download, dan perubahan data dibatasi serta diaudit.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9045B-2CFB-4899-ACC2-205FC34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43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38114-FA06-45F1-9415-E090B07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Dashboard tindakan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133E3-C03C-4EB1-96A9-9ABE88A1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Pipeline, kandidat tertunda, tren, konversi, dan pekerjaan prioritas siap ditindaklanjuti.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1C7F4-4CDA-4567-A907-30A96E1F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7F76-CB9E-4828-AC87-0858053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EDF39-B6D5-41F2-986F-2802CBC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592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5FCC7-6E82-4F8C-8237-0317C6C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NILAI BAGI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8E72-B8D2-436C-83C5-F35FE32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Setiap peran melihat informasi yang relevan untuk pekerjaannya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F5B5-F7B7-460F-AD2F-BCF77D3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00D75-0516-47E1-971A-D7FF86C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68952-B566-4332-AC45-06B9A86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HR /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E32D-AC67-4CBD-9BFE-87350E5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Mengirim blast WA, memantau pengisian data, mengelola jadwal, hasil, dan tindak lanjut.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3E5FE-B233-4A7D-AEA2-DAC576E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Kecepatan operasional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A43F-EDD7-43BD-BECC-0F591A8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0F56E-6F40-42ED-A5AA-0BDAEC7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A8F76-9054-4B4E-9F96-11A5344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Manajemen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7540E-A4B2-4FD6-AFBF-2741B1B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Melihat kesehatan pipeline, konversi, keputusan akhir, dan pekerjaan yang tertunda.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D4F6-87D5-4F17-8997-03E270A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Kualitas keputusan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320C-7D42-4593-AEA6-34060FF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AE79-8D35-4B8D-98A4-F4D40C5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8BA7D-5ECE-4E47-97C9-3EF5645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1C4A-7100-4612-9507-909F5DF9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Mengisi data pribadi dan mengunggah dokumen sendiri melalui tautan dengan token aman.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F0D72-2975-4C4C-813B-E443675C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Transparansi proses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7BB9-7A87-41A1-B012-30F23BA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F4659-B6CB-4DDC-ACB3-FA7960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1CF23-214F-4292-B067-6B38EBC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1195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EA09D-55BF-47B1-B62C-1B84B9F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KEAMANAN &amp; TATA KELOLA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5124F-B78D-4247-B7E0-4D51CF2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Kepercayaan dibangun melalui kontrol, bukan asumsi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D40A-AA72-40B1-AF48-A82748B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D5B12-26B1-4FC1-AD39-A023730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Company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8A48-53FE-44F3-9479-1728C39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57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Akses kandidat dibatasi sesuai perusahaan akun.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7620-1871-4D0F-B3BE-3D2FA8C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6F272-DA37-4CDD-B9AA-09B24EE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33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Permission khusus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9959-00C2-4C22-A426-E9681EF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95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Operasi sensitif seperti report, export, dan download dibatasi.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E17A3-7D35-414D-BA3F-91455CC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D64EB-AD47-47E3-8037-DDF33637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72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Token terlindungi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7B64B-8704-4D67-8E4E-B8AB198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33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Token kandidat disimpan terenkripsi dan memiliki masa berlaku.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620F-DCE9-4C28-AC14-CA95987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78D5-68D2-41B2-86FF-749BFD6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Audit recruitment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8A025-261E-4543-96A1-BDB5B60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57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Perubahan data, raw query, download, dan export meninggalkan jejak.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C211A-D2FA-4852-AD5F-69FBAC5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FFC5-45E7-4844-B2B0-7BFAC33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Workflow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E77E-E832-475B-B441-BE655DF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95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Perpindahan tahap dicegah jika tidak sesuai urutan proses.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49F5-7603-435C-979D-29CAD10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811B3-82FE-4A9F-9FC0-6C164C5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72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File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9385A-190F-4995-B939-4CB2665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33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Validasi file, endpoint download terkontrol, dan dukungan malware scanning.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82A37-A0B8-4680-AC37-BE8ED34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4940B-F7BA-49CE-AF8F-C0A62EC1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D7528-1728-4129-A329-2A1DD08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3038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6A9E2-1F10-4F0D-B8A0-2FB8013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INSIGHT YANG BERNILAI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4A778-8068-435E-B25C-97E84D4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Dashboard mengarahkan perhatian, bukan sekadar menampilkan angka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B2B79-1456-44EC-A3E8-E32437B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477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1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6C5BF-9B42-4AED-B764-306BCA6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4B5FD"/>
                </a:solidFill>
              </a:defRPr>
            </a:pPr>
            <a:r>
              <a:rPr sz="1875" b="1">
                <a:solidFill>
                  <a:srgbClr val="C4B5FD"/>
                </a:solidFill>
              </a:rPr>
              <a:t>Pipeline recruitment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30F1B-FE58-45D2-AEF2-E2DDCA3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Total pelamar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7C4C6-26BE-4AD3-AB09-9D2F2CC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602AC-CC57-44BE-9399-EFB1D32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Basis kandidat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1791F-2FB6-40D2-A9BD-FA6ED8BF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Masuk interview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89647-F838-4842-A13D-1A964B9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AF211-9755-4CEA-950B-5A75EC37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Progress seleksi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2C9E2-1503-49C4-9259-86899AD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Kandidat lolos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DF12-07AD-4293-845E-3B4063F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E9DCC-E2B8-4295-91A6-379B6D3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Conversion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33776-2EFB-4E43-AC22-EA669DD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Pertanyaan yang dijawab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97034-186C-4F5C-A059-31BE06D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90432-4464-4BEF-B997-BEDF9780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Di tahap mana kandidat menumpuk?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B2B57-2A8B-4E69-BAC1-A0D2CB8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30E50-F447-42D1-AF98-12D583C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042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Berapa kandidat yang mencapai keputusan akhir?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68B70-3020-45BD-A301-4B3A0F4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B43BF-43A1-4DB3-8038-AD842B4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Apa yang harus ditindaklanjuti hari ini?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2A8B3-C555-43C2-816C-3EAC818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C61ED-BCDC-4A90-9DDF-9E1A2CA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386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Perusahaan mana yang memiliki kebutuhan terbesar?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B9409-8BB8-451F-9289-C74123A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A95B0-92C9-443D-9B6A-BF577A7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07EBE-E8AB-4DCE-BDB1-2EDAD42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1137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5546C-AE8D-4750-AC89-0E5A97A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KETAHANAN OPERASIONAL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0F2E-75FE-4995-8406-F6A5E7B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Negative flow diperlakukan sebagai bagian dari desain sistem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F4425-4793-42AE-971B-9BE1286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RISIKO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D37D-241C-4B09-A06A-29F570A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RESPONS SISTEM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306A-E926-4667-9DB2-2137EEAE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ED7D5-9F3E-431F-B191-137DC24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Akses lintas perusahaan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0D9F-6D71-47FD-9BBD-985D1B7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7B35-9864-4AFD-87CB-F14A4DA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company scope dan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54CB8-3B26-4B2B-9644-AF478C7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8F1AF-9593-409B-A80D-D5A5EA2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Tahap dilewati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406F4-83AF-4DA9-B511-676040D0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FC4FB-8D44-4957-8BAC-4A595D7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validasi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2E31A-DB0B-4BA7-910D-B40BDD4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8E6E5-59BD-4543-A895-EE8A4CD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Queue gagal / tertunda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1BB7D-661C-47A3-8C66-40E9518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290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E6D1-3EF1-49EA-8F9C-6606CFE3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dan ditampilkan sebagai perhatian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B7BEF-E0E7-42DD-B514-0C31C986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9773D-2897-4354-8623-B07FF0F1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File berbahaya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DC7A6-1403-4545-BB50-CF1B30A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814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4FD65-2F58-46E6-9CBF-E3DA8F1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Divalidasi dan disiapkan untuk scanning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EF175-D49D-436A-8E11-CC03DD6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DF082-D70E-4F3F-B504-5CE29A4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Export tanpa hak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DB1F-7C4C-466F-B69D-7ECD2CC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339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C2B4E-F1B9-450C-AAC9-1EE0CAF3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permission khusus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27470-1FFA-4153-9509-ED458F1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C325C-09B9-4399-AB8C-3846468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Perubahan data sensitif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EB1DC-3CDD-40F2-9F28-07406B2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863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F7930-9815-4EE0-8456-DF474F20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dalam audit recruitment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394C9-55F9-428F-9414-9394DAB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8313D-1FC7-4A99-BF9F-A1D98F3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6148F8-CAA8-4039-A063-7DA3058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6285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AFC25-2365-4E95-9850-7264720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DAMPAK YANG DIHARAPKAN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FAC6-FC96-4D6C-A090-9025349A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Pekerjaan lebih ringkas tanpa kehilangan kendali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B082-B3A5-4F63-B107-2295F99F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B777A-4FFA-48E6-A3FF-55A0452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cepat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88DDA-A152-45CC-B4DF-F996EF7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Blast WA dan pengumpulan data tidak lagi dikerjakan satu per satu.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C2E5-C5C6-4B19-AD75-1F9A23D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44E18-48ED-4474-8DD2-FAC4FC6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289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konsisten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3851-1BD7-41C8-843A-368894D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Setiap kandidat bergerak melalui tahapan dan aturan yang sama.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15845-5B16-410B-B70D-FADD24E1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A510-B79A-44B8-B685-D3C6EA8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aman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81A6F-755E-4498-BA99-66E5438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Akses, token, dokumen, serta operasi sensitif dikontrol.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4F30-19D9-4159-ABC8-8E3E80C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4480-388D-439B-8715-50A361B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terukur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7D19E-1A46-48C7-B298-EEE13C6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910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Progress pengisian dan pipeline memberi dasar tindakan harian.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4397-9AFB-4A61-B877-D29CA86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1E9DB-C5ED-4C80-B2DB-162C42C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720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skalabel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96F6D-6972-489E-8548-98B9C25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Queue, pagination, dan struktur multi-perusahaan mendukung pertumbuhan.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23F2E-9472-4FE6-8470-2F06229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D83FB-249A-461D-82CA-560B212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40C3-0E7B-4C79-9EA0-55AE1FB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3060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98B3A-D8E7-424E-9A4C-984C7FC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KESIMPULAN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69BD-71BE-4A69-A7D3-2D5FD90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Komunikasi lebih ringkas.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Data diisi mandiri.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Kandidat tetap terpantau.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0773B-C2C6-4DBF-AA46-676C819D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Sistem ini menjawab kebutuhan Tim Rekrutmen: mengirim informasi secara massal, memantau data pelamar, memberi ruang kandidat mengisi data sendiri, dan menjaga seluruh proses seleksi dapat ditindaklanjuti.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E1588-4EE0-43BC-8C9C-90C6560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2D12-5C88-4B62-BBC3-52893C7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5B4FC"/>
                </a:solidFill>
              </a:defRPr>
            </a:pPr>
            <a:r>
              <a:rPr sz="1425" b="1">
                <a:solidFill>
                  <a:srgbClr val="A5B4FC"/>
                </a:solidFill>
              </a:rPr>
              <a:t>Gunakan dashboard dan audit recruitment sebagai dasar evaluasi rutin, pembagian prioritas, dan peningkatan proses seleksi.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D1EA0-1AB2-441F-99EE-5D4EA2B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5B4FC"/>
                </a:solidFill>
              </a:defRPr>
            </a:pPr>
            <a:r>
              <a:rPr sz="975" b="1">
                <a:solidFill>
                  <a:srgbClr val="A5B4F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0320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2026-08-13T08:10:49.6390000Z</dcterms:created>
  <dcterms:modified xsi:type="dcterms:W3CDTF">2026-08-13T08:10:49.6390000Z</dcterms:modified>
</coreProperties>
</file>